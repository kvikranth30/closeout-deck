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0" y="965895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53296" y="1994595"/>
            <a:ext cx="483740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HyperTrack Closeout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391781" y="2832795"/>
            <a:ext cx="436043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3000"/>
              </a:spcAft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Time &amp; Attendance Reconciliation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523827" y="3659535"/>
            <a:ext cx="4096345" cy="518071"/>
          </a:xfrm>
          <a:prstGeom prst="roundRect">
            <a:avLst>
              <a:gd name="adj" fmla="val 1470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93760" y="3811935"/>
            <a:ext cx="3556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CHAOS TO CLOSEOUT IN SECONDS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6440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Time Data Is Everywhere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344216"/>
            <a:ext cx="2692450" cy="2535138"/>
          </a:xfrm>
          <a:prstGeom prst="roundRect">
            <a:avLst>
              <a:gd name="adj" fmla="val 450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8613" y="1344216"/>
            <a:ext cx="0" cy="2535138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1025" y="1572816"/>
            <a:ext cx="22313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1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81025" y="1986111"/>
            <a:ext cx="223137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Systems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1025" y="2458492"/>
            <a:ext cx="2231377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at facilities, QR codes, paper clipboards, tab-based systems — all controlled by your customer.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81025" y="3357563"/>
            <a:ext cx="223137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200"/>
              </a:spcBef>
              <a:buNone/>
            </a:pPr>
            <a:r>
              <a:rPr lang="en-US" sz="825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paper sheets, photographed and uploaded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225850" y="1417439"/>
            <a:ext cx="2692450" cy="2388543"/>
          </a:xfrm>
          <a:prstGeom prst="roundRect">
            <a:avLst>
              <a:gd name="adj" fmla="val 478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49662" y="1417439"/>
            <a:ext cx="0" cy="2388543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075" y="1646039"/>
            <a:ext cx="22313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2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502075" y="2059335"/>
            <a:ext cx="223137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Clock-In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02075" y="2531715"/>
            <a:ext cx="2231377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or app-based time tracking from your MSP, your own system, or a third-party provider.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502075" y="3430786"/>
            <a:ext cx="22313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200"/>
              </a:spcBef>
              <a:buNone/>
            </a:pPr>
            <a:r>
              <a:rPr lang="en-US" sz="825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Sparse, sometimes unreliable data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146899" y="1417439"/>
            <a:ext cx="2692450" cy="2388543"/>
          </a:xfrm>
          <a:prstGeom prst="roundRect">
            <a:avLst>
              <a:gd name="adj" fmla="val 478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70712" y="1417439"/>
            <a:ext cx="0" cy="2388543"/>
          </a:xfrm>
          <a:prstGeom prst="line">
            <a:avLst/>
          </a:prstGeom>
          <a:noFill/>
          <a:ln w="47625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3124" y="1646039"/>
            <a:ext cx="22313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3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423124" y="2059335"/>
            <a:ext cx="223137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 Data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23124" y="2531715"/>
            <a:ext cx="2231377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location from mobile apps — the ground truth of where workers actually were.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423124" y="3430786"/>
            <a:ext cx="22313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200"/>
              </a:spcBef>
              <a:buNone/>
            </a:pPr>
            <a:r>
              <a:rPr lang="en-US" sz="825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customers have this today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04800" y="4461570"/>
            <a:ext cx="8534400" cy="453330"/>
          </a:xfrm>
          <a:prstGeom prst="roundRect">
            <a:avLst>
              <a:gd name="adj" fmla="val 16809"/>
            </a:avLst>
          </a:prstGeom>
          <a:solidFill>
            <a:srgbClr val="0F2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13766" y="4594920"/>
            <a:ext cx="83164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this data arrives at different times.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Someone has to figure out the truth.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92535" y="724049"/>
            <a:ext cx="5158931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90"/>
              </a:lnSpc>
              <a:spcAft>
                <a:spcPts val="24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the actual time and attendance for this shift?"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2113211" y="2270671"/>
            <a:ext cx="191273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113211" y="2735461"/>
            <a:ext cx="19127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do I pay the worker?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388197" y="2270671"/>
            <a:ext cx="19050" cy="651421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6011" y="2270671"/>
            <a:ext cx="226811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766011" y="2735461"/>
            <a:ext cx="22681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do I invoice the customer?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34344" y="3455491"/>
            <a:ext cx="4875163" cy="963811"/>
          </a:xfrm>
          <a:prstGeom prst="roundRect">
            <a:avLst>
              <a:gd name="adj" fmla="val 1185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83928" y="3693616"/>
            <a:ext cx="417599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your back-office team manually reconciles every shift.</a:t>
            </a:r>
            <a:endParaRPr lang="en-US" sz="1200" dirty="0"/>
          </a:p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ctr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Slow. Error-prone. Unscalable.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56641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HyperTrack Closeout Does It For You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273671"/>
            <a:ext cx="1320850" cy="375196"/>
          </a:xfrm>
          <a:prstGeom prst="roundRect">
            <a:avLst>
              <a:gd name="adj" fmla="val 2030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8178" y="1387971"/>
            <a:ext cx="11140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701850" y="1273671"/>
            <a:ext cx="1320850" cy="375196"/>
          </a:xfrm>
          <a:prstGeom prst="roundRect">
            <a:avLst>
              <a:gd name="adj" fmla="val 20309"/>
            </a:avLst>
          </a:prstGeom>
          <a:solidFill>
            <a:srgbClr val="FEFC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05227" y="1387971"/>
            <a:ext cx="11140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Clock-In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098899" y="1273671"/>
            <a:ext cx="1320850" cy="375196"/>
          </a:xfrm>
          <a:prstGeom prst="roundRect">
            <a:avLst>
              <a:gd name="adj" fmla="val 2030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02277" y="1387971"/>
            <a:ext cx="11140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Data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63652" y="1763167"/>
            <a:ext cx="4197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pic>
        <p:nvPicPr>
          <p:cNvPr id="10" name="Image 0" descr="/tmp/rasterized-gradient-de710a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2144167"/>
            <a:ext cx="4114800" cy="8190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962" y="2334667"/>
            <a:ext cx="380847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HyperTrack Closeout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962" y="2612678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Reconciliation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63652" y="3077468"/>
            <a:ext cx="4197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04800" y="3458468"/>
            <a:ext cx="4114800" cy="740866"/>
          </a:xfrm>
          <a:prstGeom prst="roundRect">
            <a:avLst>
              <a:gd name="adj" fmla="val 15428"/>
            </a:avLst>
          </a:prstGeom>
          <a:solidFill>
            <a:srgbClr val="F0FDF4"/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38531" y="3629918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Timesheet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38531" y="388128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clear opinion + supporting documents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04800" y="4351734"/>
            <a:ext cx="2019300" cy="356146"/>
          </a:xfrm>
          <a:prstGeom prst="roundRect">
            <a:avLst>
              <a:gd name="adj" fmla="val 213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91478" y="4456509"/>
            <a:ext cx="18459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Payout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2400300" y="4351734"/>
            <a:ext cx="2019300" cy="356146"/>
          </a:xfrm>
          <a:prstGeom prst="roundRect">
            <a:avLst>
              <a:gd name="adj" fmla="val 213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486978" y="4456509"/>
            <a:ext cx="18459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Invoice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724400" y="1776115"/>
            <a:ext cx="4114800" cy="1387673"/>
          </a:xfrm>
          <a:prstGeom prst="roundRect">
            <a:avLst>
              <a:gd name="adj" fmla="val 823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914900" y="1966615"/>
            <a:ext cx="38084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14900" y="2263676"/>
            <a:ext cx="380847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Consolidated timesheet with a clear opinion on actual hours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4914900" y="2525613"/>
            <a:ext cx="380847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Supporting documents: location timeline, clock-in/out logs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4914900" y="2787551"/>
            <a:ext cx="380847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Maker-checker workflow: you validate before payout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4724400" y="3316188"/>
            <a:ext cx="4114800" cy="889397"/>
          </a:xfrm>
          <a:prstGeom prst="roundRect">
            <a:avLst>
              <a:gd name="adj" fmla="val 12851"/>
            </a:avLst>
          </a:prstGeom>
          <a:solidFill>
            <a:srgbClr val="0F2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876800" y="3468588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stay in control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4876800" y="3679924"/>
            <a:ext cx="38862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give you the itemized receipt. You confirm or deny. Then it flows to payout and invoice.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Do It Better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066800"/>
            <a:ext cx="2717750" cy="3293864"/>
          </a:xfrm>
          <a:prstGeom prst="roundRect">
            <a:avLst>
              <a:gd name="adj" fmla="val 560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085850"/>
            <a:ext cx="271775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333500"/>
            <a:ext cx="23057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400" y="2064990"/>
            <a:ext cx="230576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3400" y="2537371"/>
            <a:ext cx="2305761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data is missing, our AI agent can talk to workers, supervisors, and your systems to retrieve it.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33400" y="3743474"/>
            <a:ext cx="2260550" cy="388590"/>
          </a:xfrm>
          <a:prstGeom prst="roundRect">
            <a:avLst>
              <a:gd name="adj" fmla="val 19609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7700" y="3857774"/>
            <a:ext cx="2072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Human-like coordination, automated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13050" y="1066800"/>
            <a:ext cx="2717750" cy="3293864"/>
          </a:xfrm>
          <a:prstGeom prst="roundRect">
            <a:avLst>
              <a:gd name="adj" fmla="val 560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13050" y="1085850"/>
            <a:ext cx="2717750" cy="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1650" y="1333500"/>
            <a:ext cx="23057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41650" y="2064990"/>
            <a:ext cx="230576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 SDKs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41650" y="2537371"/>
            <a:ext cx="2305761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location data, geofencing, and clock-in geotags provide ground truth that paper can't.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441650" y="3743474"/>
            <a:ext cx="2260550" cy="388590"/>
          </a:xfrm>
          <a:prstGeom prst="roundRect">
            <a:avLst>
              <a:gd name="adj" fmla="val 19609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55950" y="3857774"/>
            <a:ext cx="2072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exactly where workers were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1301" y="1066800"/>
            <a:ext cx="2717750" cy="3293864"/>
          </a:xfrm>
          <a:prstGeom prst="roundRect">
            <a:avLst>
              <a:gd name="adj" fmla="val 560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21301" y="1085850"/>
            <a:ext cx="2717750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9901" y="1333500"/>
            <a:ext cx="23057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49901" y="2064990"/>
            <a:ext cx="230576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Algorithms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49901" y="2537371"/>
            <a:ext cx="2305761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 multiple data sources, detect anomalies, and flag discrepancies automatically.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349901" y="3743474"/>
            <a:ext cx="2260550" cy="388590"/>
          </a:xfrm>
          <a:prstGeom prst="roundRect">
            <a:avLst>
              <a:gd name="adj" fmla="val 19609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64201" y="3857774"/>
            <a:ext cx="2072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what humans miss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9456" y="4741664"/>
            <a:ext cx="8705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data sets + better algorithms + human-like agents = better results than your clerk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Included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85800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price. All the tools you need to close out shifts.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" y="1394371"/>
            <a:ext cx="2019300" cy="1417141"/>
          </a:xfrm>
          <a:prstGeom prst="roundRect">
            <a:avLst>
              <a:gd name="adj" fmla="val 806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825" y="1594396"/>
            <a:ext cx="16516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04825" y="2081957"/>
            <a:ext cx="16516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Validation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4825" y="2291507"/>
            <a:ext cx="16516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timesheet reconciliation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76500" y="1394371"/>
            <a:ext cx="2019300" cy="1417141"/>
          </a:xfrm>
          <a:prstGeom prst="roundRect">
            <a:avLst>
              <a:gd name="adj" fmla="val 806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76525" y="1594396"/>
            <a:ext cx="16516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676525" y="2081957"/>
            <a:ext cx="16516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 Detection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76525" y="2291507"/>
            <a:ext cx="16516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immediately when workers don't show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48200" y="1394371"/>
            <a:ext cx="2019300" cy="1417141"/>
          </a:xfrm>
          <a:prstGeom prst="roundRect">
            <a:avLst>
              <a:gd name="adj" fmla="val 806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48225" y="1594396"/>
            <a:ext cx="16516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848225" y="2081957"/>
            <a:ext cx="16516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8225" y="2291507"/>
            <a:ext cx="16516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workers are at the job site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19900" y="1394371"/>
            <a:ext cx="2019300" cy="1417141"/>
          </a:xfrm>
          <a:prstGeom prst="roundRect">
            <a:avLst>
              <a:gd name="adj" fmla="val 806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19925" y="1594396"/>
            <a:ext cx="16516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019925" y="2081957"/>
            <a:ext cx="16516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19925" y="2291507"/>
            <a:ext cx="16516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missing data automatically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4800" y="2963912"/>
            <a:ext cx="2014538" cy="1417141"/>
          </a:xfrm>
          <a:prstGeom prst="roundRect">
            <a:avLst>
              <a:gd name="adj" fmla="val 806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4825" y="3163937"/>
            <a:ext cx="164677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04825" y="3651498"/>
            <a:ext cx="16467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Breaks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4825" y="3861048"/>
            <a:ext cx="164677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and validate break compliance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71738" y="3043833"/>
            <a:ext cx="2014538" cy="1257151"/>
          </a:xfrm>
          <a:prstGeom prst="roundRect">
            <a:avLst>
              <a:gd name="adj" fmla="val 909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671763" y="3243858"/>
            <a:ext cx="164677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671763" y="3731419"/>
            <a:ext cx="16467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In/Out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71763" y="3940969"/>
            <a:ext cx="1646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Geotag-verified time capture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38675" y="2963912"/>
            <a:ext cx="2014538" cy="1417141"/>
          </a:xfrm>
          <a:prstGeom prst="roundRect">
            <a:avLst>
              <a:gd name="adj" fmla="val 806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38700" y="3163937"/>
            <a:ext cx="164677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4838700" y="3651498"/>
            <a:ext cx="16467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Adapters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38700" y="3861048"/>
            <a:ext cx="164677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your billing and payout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05613" y="3034308"/>
            <a:ext cx="2033588" cy="1276201"/>
          </a:xfrm>
          <a:prstGeom prst="roundRect">
            <a:avLst>
              <a:gd name="adj" fmla="val 8956"/>
            </a:avLst>
          </a:prstGeom>
          <a:solidFill>
            <a:srgbClr val="00D4AA">
              <a:alpha val="15000"/>
            </a:srgbClr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015163" y="3243858"/>
            <a:ext cx="164677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015163" y="3731419"/>
            <a:ext cx="16467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Whatever's Needed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15163" y="3940969"/>
            <a:ext cx="1646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close out your shift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 to Your Systems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85800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adapters to billing and payout platforms. Tell us what you use.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304800" y="1660327"/>
            <a:ext cx="3581400" cy="2975223"/>
          </a:xfrm>
          <a:prstGeom prst="roundRect">
            <a:avLst>
              <a:gd name="adj" fmla="val 512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888927"/>
            <a:ext cx="31866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SYSTEMS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33400" y="2187922"/>
            <a:ext cx="3124200" cy="472380"/>
          </a:xfrm>
          <a:prstGeom prst="roundRect">
            <a:avLst>
              <a:gd name="adj" fmla="val 161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5325" y="2330797"/>
            <a:ext cx="28563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Zeal </a:t>
            </a:r>
            <a:pPr algn="l" indent="0" marL="0">
              <a:lnSpc>
                <a:spcPts val="1470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400" y="2774603"/>
            <a:ext cx="3124200" cy="472380"/>
          </a:xfrm>
          <a:prstGeom prst="roundRect">
            <a:avLst>
              <a:gd name="adj" fmla="val 161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5325" y="2917478"/>
            <a:ext cx="28563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QuickBooks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3400" y="3361283"/>
            <a:ext cx="3124200" cy="472380"/>
          </a:xfrm>
          <a:prstGeom prst="roundRect">
            <a:avLst>
              <a:gd name="adj" fmla="val 161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5325" y="3504158"/>
            <a:ext cx="28563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3400" y="3947964"/>
            <a:ext cx="3124200" cy="458986"/>
          </a:xfrm>
          <a:prstGeom prst="roundRect">
            <a:avLst>
              <a:gd name="adj" fmla="val 16602"/>
            </a:avLst>
          </a:prstGeom>
          <a:solidFill>
            <a:srgbClr val="F0FDF4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7322" y="4090839"/>
            <a:ext cx="28563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Your system here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377630" y="2306389"/>
            <a:ext cx="388590" cy="905917"/>
          </a:xfrm>
          <a:prstGeom prst="roundRect">
            <a:avLst>
              <a:gd name="adj" fmla="val 29414"/>
            </a:avLst>
          </a:prstGeom>
          <a:solidFill>
            <a:srgbClr val="0F2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 rot="5400000">
            <a:off x="4265356" y="2679353"/>
            <a:ext cx="6131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HyperTrack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74239" y="3517106"/>
            <a:ext cx="1953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57800" y="1660327"/>
            <a:ext cx="3581400" cy="2975223"/>
          </a:xfrm>
          <a:prstGeom prst="roundRect">
            <a:avLst>
              <a:gd name="adj" fmla="val 512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86400" y="1888927"/>
            <a:ext cx="31866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 SYSTEMS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486400" y="2187922"/>
            <a:ext cx="3124200" cy="472380"/>
          </a:xfrm>
          <a:prstGeom prst="roundRect">
            <a:avLst>
              <a:gd name="adj" fmla="val 161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48325" y="2330797"/>
            <a:ext cx="28563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Zeal </a:t>
            </a:r>
            <a:pPr algn="l" indent="0" marL="0">
              <a:lnSpc>
                <a:spcPts val="1470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0" y="2774603"/>
            <a:ext cx="3124200" cy="472380"/>
          </a:xfrm>
          <a:prstGeom prst="roundRect">
            <a:avLst>
              <a:gd name="adj" fmla="val 161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48325" y="2917478"/>
            <a:ext cx="28563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0" y="3361283"/>
            <a:ext cx="3124200" cy="472380"/>
          </a:xfrm>
          <a:prstGeom prst="roundRect">
            <a:avLst>
              <a:gd name="adj" fmla="val 161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48325" y="3504158"/>
            <a:ext cx="28563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0" y="3947964"/>
            <a:ext cx="3124200" cy="458986"/>
          </a:xfrm>
          <a:prstGeom prst="roundRect">
            <a:avLst>
              <a:gd name="adj" fmla="val 16602"/>
            </a:avLst>
          </a:prstGeom>
          <a:solidFill>
            <a:srgbClr val="F0FDF4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20322" y="4090839"/>
            <a:ext cx="28563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Your system here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Where You Are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85800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work with whatever data you have. And we'll show you how to get better.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304800" y="1338263"/>
            <a:ext cx="3924300" cy="981075"/>
          </a:xfrm>
          <a:prstGeom prst="roundRect">
            <a:avLst>
              <a:gd name="adj" fmla="val 11650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1338263"/>
            <a:ext cx="0" cy="981075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528763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400" y="1757363"/>
            <a:ext cx="357530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might not have location data yet. Your mobile app clock-ins might be sparse. Your customer still uses paper clipboards.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04800" y="2471738"/>
            <a:ext cx="3924300" cy="1166813"/>
          </a:xfrm>
          <a:prstGeom prst="roundRect">
            <a:avLst>
              <a:gd name="adj" fmla="val 979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850" y="2471738"/>
            <a:ext cx="0" cy="1166813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2238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Promise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3400" y="2890838"/>
            <a:ext cx="357530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take what you have and do our best. When data is insufficient, we tell you — we don't give you garbage out. We give you an opinion that says "this needs more."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04800" y="3790950"/>
            <a:ext cx="3924300" cy="1166813"/>
          </a:xfrm>
          <a:prstGeom prst="roundRect">
            <a:avLst>
              <a:gd name="adj" fmla="val 979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3850" y="3790950"/>
            <a:ext cx="0" cy="1166813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400" y="3981450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Forward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3400" y="4210050"/>
            <a:ext cx="357530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show you exactly which data sources would improve accuracy. Add geotags → better. Add location SDK → even better. Incremental improvement.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457700" y="1601242"/>
            <a:ext cx="4381500" cy="3093541"/>
          </a:xfrm>
          <a:prstGeom prst="roundRect">
            <a:avLst>
              <a:gd name="adj" fmla="val 49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19254" y="1829842"/>
            <a:ext cx="18583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15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CONFIDENCE SCORE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88280" y="2332732"/>
            <a:ext cx="27203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 only: </a:t>
            </a:r>
            <a:pPr algn="ctr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14950" y="2549872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14950" y="2549872"/>
            <a:ext cx="10668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88280" y="2778472"/>
            <a:ext cx="27203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Mobile clock-in: </a:t>
            </a:r>
            <a:pPr algn="ctr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14950" y="2995613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14950" y="2995613"/>
            <a:ext cx="160020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88280" y="3224213"/>
            <a:ext cx="27203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Geotag verification: </a:t>
            </a:r>
            <a:pPr algn="ctr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14950" y="3441353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14950" y="3441353"/>
            <a:ext cx="2133600" cy="76200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88280" y="3669953"/>
            <a:ext cx="27203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Location SDK: </a:t>
            </a:r>
            <a:pPr algn="ctr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14950" y="3887093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14950" y="3887093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26952" y="4306193"/>
            <a:ext cx="28428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5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nudge you toward higher accuracy — at your pace.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0379" y="446782"/>
            <a:ext cx="13830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PRICING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80379" y="785813"/>
            <a:ext cx="13830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880379" y="1776413"/>
            <a:ext cx="13830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shift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9637" y="2553593"/>
            <a:ext cx="6384578" cy="649486"/>
          </a:xfrm>
          <a:prstGeom prst="roundRect">
            <a:avLst>
              <a:gd name="adj" fmla="val 234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14126" y="2791718"/>
            <a:ext cx="57155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Shift Validation  ✓ No-Show Detection  ✓ Geofencing  ✓ AI Agent  ✓ Meal Breaks  ✓ System Adapters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657350" y="3584079"/>
            <a:ext cx="5829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us a buck. Whatever's needed to close out that shift — we'll manage it within that buck.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32359" y="4536579"/>
            <a:ext cx="32791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8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pricing available. Contact us for enterprise agreements.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55198" y="564059"/>
            <a:ext cx="4433456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spcAft>
                <a:spcPts val="1800"/>
              </a:spcAft>
              <a:buNone/>
            </a:pPr>
            <a:r>
              <a:rPr lang="en-US" sz="33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Work. Right Now.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714500" y="1447949"/>
            <a:ext cx="5715000" cy="1158180"/>
          </a:xfrm>
          <a:prstGeom prst="roundRect">
            <a:avLst>
              <a:gd name="adj" fmla="val 1315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23694" y="1752749"/>
            <a:ext cx="4896612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us a timesheet. Any timesheet. Watch the reconciliation happen. See the proof.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770287" y="3063329"/>
            <a:ext cx="2074813" cy="556171"/>
          </a:xfrm>
          <a:prstGeom prst="roundRect">
            <a:avLst>
              <a:gd name="adj" fmla="val 20551"/>
            </a:avLst>
          </a:prstGeom>
          <a:solidFill>
            <a:srgbClr val="0F2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60435" y="3215729"/>
            <a:ext cx="149451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Demo 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97500" y="3063329"/>
            <a:ext cx="1376214" cy="556171"/>
          </a:xfrm>
          <a:prstGeom prst="roundRect">
            <a:avLst>
              <a:gd name="adj" fmla="val 20551"/>
            </a:avLst>
          </a:prstGeom>
          <a:solidFill>
            <a:srgbClr val="FFFFFF"/>
          </a:solidFill>
          <a:ln w="19050">
            <a:solidFill>
              <a:srgbClr val="0F29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14064" y="3234779"/>
            <a:ext cx="74308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Free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1608" y="4076700"/>
            <a:ext cx="18407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hello@hypertrack.com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1608" y="4339530"/>
            <a:ext cx="18407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hypertrack.com/closeout</a:t>
            </a:r>
            <a:endParaRPr lang="en-US" sz="1350" dirty="0"/>
          </a:p>
        </p:txBody>
      </p:sp>
      <p:pic>
        <p:nvPicPr>
          <p:cNvPr id="12" name="Image 0" descr="/tmp/rasterized-gradient-d9bcf4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HyperTrack Closeout</dc:title>
  <dc:subject>AI-Powered Time &amp; Attendance Reconciliation</dc:subject>
  <dc:creator>HyperTrack</dc:creator>
  <cp:lastModifiedBy>HyperTrack</cp:lastModifiedBy>
  <cp:revision>1</cp:revision>
  <dcterms:created xsi:type="dcterms:W3CDTF">2025-12-04T01:19:08Z</dcterms:created>
  <dcterms:modified xsi:type="dcterms:W3CDTF">2025-12-04T01:19:08Z</dcterms:modified>
</cp:coreProperties>
</file>